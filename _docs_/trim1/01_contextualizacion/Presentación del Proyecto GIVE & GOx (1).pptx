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Work Sans" pitchFamily="2" charset="0"/>
      <p:regular r:id="rId20"/>
      <p:bold r:id="rId21"/>
      <p:italic r:id="rId22"/>
      <p:boldItalic r:id="rId23"/>
    </p:embeddedFont>
    <p:embeddedFont>
      <p:font typeface="Work Sans Light" pitchFamily="2" charset="0"/>
      <p:regular r:id="rId24"/>
      <p:bold r:id="rId25"/>
      <p:italic r:id="rId26"/>
      <p:boldItalic r:id="rId27"/>
    </p:embeddedFont>
    <p:embeddedFont>
      <p:font typeface="Work Sans Medium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OLkwZtc/PRC5wbv8sBEkvUXm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9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react.j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hyperlink" Target="http://node.j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1690141" y="2967334"/>
            <a:ext cx="575933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MX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GIVE &amp; GO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498769" y="2761818"/>
            <a:ext cx="2001545" cy="13343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8129" y="2575442"/>
            <a:ext cx="2222836" cy="1416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3622408" y="675443"/>
            <a:ext cx="494718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MX" sz="72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GIVE &amp; GO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Google Shape;110;p2"/>
          <p:cNvSpPr txBox="1"/>
          <p:nvPr/>
        </p:nvSpPr>
        <p:spPr>
          <a:xfrm>
            <a:off x="4168816" y="3463724"/>
            <a:ext cx="3854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Cajamarca González Nikolay Di Angelo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Hernández Guzmán Kevin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Moreno López Mateo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Quiñones Gómez María Alejandra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Rodríguez Gutiérrez Zharick Sofia </a:t>
            </a:r>
            <a:endParaRPr sz="1600" b="0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68888" y="5279998"/>
            <a:ext cx="100542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Servicio Nacional de Aprendizaje –SENA, Centro de Electricidad Electrónica y Telecomunicaciones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Tecnólogo en Programación de Software - Tercer trimestre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Instructor Albeiro Ramos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1157468" y="2579240"/>
            <a:ext cx="2939970" cy="3472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57468" y="2301211"/>
            <a:ext cx="351474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 Light"/>
              <a:buNone/>
            </a:pPr>
            <a:r>
              <a:rPr lang="es-MX" sz="3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157468" y="3049494"/>
            <a:ext cx="38544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la localidad de Kennedy, se encuentra un gran número de organizaciones y beneficiarios en busca de voluntarios para diferentes tipos de ayuda. Debido a que el proceso de selección suele ser tedioso para ambas partes, se desarrollará un sistema de información web. La cual servirá como intermediario entre las organizaciones y los voluntarios, facilitando su comunicacion..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6265" y="2301211"/>
            <a:ext cx="5278267" cy="29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4400" b="0" i="0" u="none" strike="noStrike" cap="non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GIVE &amp; GO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263775" y="3237807"/>
            <a:ext cx="2001545" cy="13343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Delimitación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Entregables Trimestre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3775" y="2268583"/>
            <a:ext cx="2320834" cy="2320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1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72350" y="1667525"/>
            <a:ext cx="105996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En la localidad de Kennedy, se encuentra la iglesia San Efrén, una organización que brinda apoyo a personas de la tercera edad. Esta institución se centra en la organización de eventos y en la donación de alimentos y ropa.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Como instrumento de recolección de información, se utilizó una entrevista dirigida a la organización, la cual fue atendida por la recepcionista y la coordinadora encargadas en la iglesia. Asimismo, se diseñó una encuesta  para los posibles voluntarios y beneficiarios. 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proceso de inscripción se evidencia la falta de optimización</a:t>
            </a:r>
            <a:r>
              <a:rPr lang="es-MX" sz="1800">
                <a:solidFill>
                  <a:schemeClr val="dk1"/>
                </a:solidFill>
              </a:rPr>
              <a:t>,el alcance restringido que tienen,los pocos voluntarios participantes en la organización y esto desencadena que aquellas personas (beneficiarios) que necesitan ayuda, no tengan la posibilidad de ser atendidas corerectamente</a:t>
            </a:r>
            <a:r>
              <a:rPr lang="es-MX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 </a:t>
            </a:r>
            <a:endParaRPr sz="1800"/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4138" y="359738"/>
            <a:ext cx="1360425" cy="8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1039184" y="310961"/>
            <a:ext cx="4076985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lang="es-MX" sz="32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556218" y="1286827"/>
            <a:ext cx="504291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un sistema de información web denominado Give &amp; Go que sirva como intermediario entre Organizaciones y voluntari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os</a:t>
            </a: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para el seguimiento de eventos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.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4621" y="2817593"/>
            <a:ext cx="41661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543730" y="2559666"/>
            <a:ext cx="40770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lang="es-MX" sz="32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60274" y="3355611"/>
            <a:ext cx="4834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los Usuarios de GIVE &amp; GO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las publicaciones de eventos de las organizaciones.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las donaciones a las organizaciones.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el seguimiento locativo de eventos realizados y organizacio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nes</a:t>
            </a: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.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los reportes graficos e impresos del sistema GIVE &amp; GO.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5084" y="310950"/>
            <a:ext cx="6288067" cy="6288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1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65150" y="1725975"/>
            <a:ext cx="95613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 propone el desarrollo de un Sistema de Información Web denominado GIVE &amp; GO que sirva como herramienta software de apoyo al seguimiento del proceso de inscripción, donaciones, eventos, mensajería, seguimiento de los eventos de la iglesia San Efrén.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Permitirá la gestión de los Voluntarios y beneficiarios como usuarios de la iglesia San Efrén está actuando como una de las organizaciones. En la gestión de usuarios los Voluntarios, beneficiarios y organizaciones podrán registrarse, iniciar sesión, editar perfil. 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las publicaciones de eventos de las organizaciones – fundaciones y beneficiarios podrán publicar el tipo, la categoría del evento, su ubicación, descripción.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 mensajería para la coordinación entre voluntarios, beneficiarios y organizaciones - fundaciones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podrán enviar mensajes entre sí. 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las donaciones a las organizaciones - fundaciones y beneficiarios podrán donar en el aplicativo como en las organizaciones, mirar la información de la organización - fundación con su ubicación. </a:t>
            </a:r>
            <a:endParaRPr sz="1600" b="1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9875" y="450200"/>
            <a:ext cx="1233800" cy="6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MX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456225" y="1685875"/>
            <a:ext cx="92661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En Gestionar la mensajería para la coordinación entre voluntarios, beneficiarios y organizaciones - fundaciones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podrán enviar mensajes entre sí. 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las donaciones a las organizaciones - fundaciones y beneficiarios podrán donar en el aplicativo como en las organizaciones, mirar la información de la organización - fundación con su ubicación. 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el seguimiento de eventos realizados las organizaciones - fundaciones podrán  visualizar el estado del evento en conjunto de gráficas sobre este con su respectiva descripción. </a:t>
            </a: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Finalmente, facilitará la gestión de reportes gráficos e impresos, necesarios para la toma de decisiones del personal administrativo GIVE &amp; GO.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Como aporte al sector social, Give &amp; Go promueve la solidaridad organizada mediante el uso responsable de la tecnología. La plataforma fortalece la participación ciudadana estructurada, fomenta la transparencia en la gestión de ayudas y apoya procesos de verificación que generan confianza. Asimismo, permite medir el impacto social mediante datos claros.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7450" y="361477"/>
            <a:ext cx="1433500" cy="7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1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372350" y="1667525"/>
            <a:ext cx="6722700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sistema permitirá el registro y administración de perfiles de voluntarios, </a:t>
            </a:r>
            <a:r>
              <a:rPr lang="es-MX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beneficiarios</a:t>
            </a: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y organizaciones, así como la publicación, búsqueda y postulación a ofertas de ayuda y necesidades sociales. </a:t>
            </a: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Incorporará la ubicación para identificar </a:t>
            </a:r>
            <a:r>
              <a:rPr lang="es-MX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eventos y las organizaciones</a:t>
            </a: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, funcionalidades de notificaciones para la </a:t>
            </a:r>
            <a:r>
              <a:rPr lang="es-MX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comunicación del </a:t>
            </a: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usuario, y módulos de seguimiento que permitan generar reportes de impacto social basados en la participación y las actividades realizadas de nuestros usuarios.</a:t>
            </a: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sistema gestionará pagos, donaciones económicas y se validará legalmente la identidad o antecedentes de los usuarios,</a:t>
            </a:r>
            <a:r>
              <a:rPr lang="es-MX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para su seguridad.</a:t>
            </a: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9875" y="450200"/>
            <a:ext cx="1233800" cy="6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450" y="2467019"/>
            <a:ext cx="2476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MX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372350" y="1667525"/>
            <a:ext cx="8534700" cy="51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de Software : Cliente - servidor basada en tres capas : </a:t>
            </a:r>
            <a:endParaRPr sz="1200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de presentación: interfaz con la que interactúan los usuarios.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de lógica de negocio: procesamiento de la información y reglas del sistema.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de datos: almacenamiento y gestión de la información.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Patrón de diseño 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MVC.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Front- End: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HTML5, CSS, JavaScript.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Herramienta: Visual studio code.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Frameworks: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React.js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Back-End: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JavaScript, Java.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de ejecución: </a:t>
            </a: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Node.js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Gestores de paquetes: NPM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datos: 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MySQL, MySQL Workbench.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Servidores: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Node.js Server, MySQL Server.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Librerías y herramientas de desarrollo:</a:t>
            </a:r>
            <a:r>
              <a:rPr lang="es-MX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Git, GitHub, Postman.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29875" y="450200"/>
            <a:ext cx="1233800" cy="6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MX" sz="440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Diagrama de Gantt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2763" y="382488"/>
            <a:ext cx="1360425" cy="8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1938"/>
            <a:ext cx="11887200" cy="50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Work Sans Medium"/>
              <a:buNone/>
            </a:pPr>
            <a: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Entregables Proyecto Formativo</a:t>
            </a:r>
            <a:b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por Trimestre</a:t>
            </a:r>
            <a:endParaRPr sz="32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1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Empresa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 de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Levantamiento de Información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Diagrama de Procesos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IEEE-830 o Historias de Usuario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Diagrama Casos de Uso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Casos de Uso Extendido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Diagrama de Clases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Prototipo No Funcional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Patrón de Diseño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4"/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203" name="Google Shape;203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lang="es-MX" sz="1800" b="1" i="0" u="none" strike="noStrike" cap="non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Primer Trimestre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4"/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Entidad Relación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Relacional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Diccionario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Script de la BBDD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Sentencias DDL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Consultas DML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Automatización de la BBDD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 de Información Web – Servidor Local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14"/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207" name="Google Shape;207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lang="es-MX" sz="1800" b="1" i="0" u="none" strike="noStrike" cap="non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Segundo Trimestre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210" name="Google Shape;210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lang="es-MX" sz="1800" b="1" i="0" u="none" strike="noStrike" cap="non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Tercer Trimestre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14"/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Planeación de Pruebas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Ejecución de Pruebas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14"/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214" name="Google Shape;214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lang="es-MX" sz="1800" b="1" i="0" u="none" strike="noStrike" cap="non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Cuarto Trimestre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14"/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Manual de Instalación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Configuración del Servidor de Aplicaciones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Configuración del Servidor de BBDD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4"/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18" name="Google Shape;218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lang="es-MX" sz="1800" b="1" i="0" u="none" strike="noStrike" cap="non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Quinto Trimestre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14"/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Manual de Usuario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 de Información Web – Servidor Externo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5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</Words>
  <Application>Microsoft Office PowerPoint</Application>
  <PresentationFormat>Panorámica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Calibri</vt:lpstr>
      <vt:lpstr>Work Sans</vt:lpstr>
      <vt:lpstr>Work Sans Medium</vt:lpstr>
      <vt:lpstr>Arial</vt:lpstr>
      <vt:lpstr>Work Sans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Presentación de PowerPoint</vt:lpstr>
      <vt:lpstr>Alcance</vt:lpstr>
      <vt:lpstr>Presentación de PowerPoint</vt:lpstr>
      <vt:lpstr>Presentación de PowerPoint</vt:lpstr>
      <vt:lpstr>Entregables Proyecto Formativo por Trimestre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APRENDIZ</cp:lastModifiedBy>
  <cp:revision>1</cp:revision>
  <dcterms:created xsi:type="dcterms:W3CDTF">2020-10-01T23:51:28Z</dcterms:created>
  <dcterms:modified xsi:type="dcterms:W3CDTF">2026-05-28T20:45:32Z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